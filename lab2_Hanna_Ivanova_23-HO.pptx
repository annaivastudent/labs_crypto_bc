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A94FE-AD01-4633-B4E2-C8FC9463902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858BF85-E869-4D2E-9624-ADCEAB470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229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A94FE-AD01-4633-B4E2-C8FC9463902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8BF85-E869-4D2E-9624-ADCEAB470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688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A94FE-AD01-4633-B4E2-C8FC9463902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858BF85-E869-4D2E-9624-ADCEAB470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892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A94FE-AD01-4633-B4E2-C8FC9463902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858BF85-E869-4D2E-9624-ADCEAB470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081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A94FE-AD01-4633-B4E2-C8FC9463902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858BF85-E869-4D2E-9624-ADCEAB470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94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A94FE-AD01-4633-B4E2-C8FC9463902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8BF85-E869-4D2E-9624-ADCEAB470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017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A94FE-AD01-4633-B4E2-C8FC9463902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8BF85-E869-4D2E-9624-ADCEAB470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598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A94FE-AD01-4633-B4E2-C8FC9463902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8BF85-E869-4D2E-9624-ADCEAB470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724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A94FE-AD01-4633-B4E2-C8FC9463902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858BF85-E869-4D2E-9624-ADCEAB470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552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A94FE-AD01-4633-B4E2-C8FC9463902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858BF85-E869-4D2E-9624-ADCEAB470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20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A94FE-AD01-4633-B4E2-C8FC9463902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858BF85-E869-4D2E-9624-ADCEAB470F0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71499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A94FE-AD01-4633-B4E2-C8FC9463902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858BF85-E869-4D2E-9624-ADCEAB470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428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A94FE-AD01-4633-B4E2-C8FC9463902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858BF85-E869-4D2E-9624-ADCEAB470F0B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00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A94FE-AD01-4633-B4E2-C8FC9463902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858BF85-E869-4D2E-9624-ADCEAB470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8240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A94FE-AD01-4633-B4E2-C8FC9463902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8BF85-E869-4D2E-9624-ADCEAB470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3882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A94FE-AD01-4633-B4E2-C8FC9463902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8BF85-E869-4D2E-9624-ADCEAB470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092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9A94FE-AD01-4633-B4E2-C8FC9463902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858BF85-E869-4D2E-9624-ADCEAB470F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578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CE0EED-85B5-4648-ADC2-2C7919749D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0623" y="1492963"/>
            <a:ext cx="8915399" cy="226278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LABORATORY WORK 2</a:t>
            </a:r>
            <a:br>
              <a:rPr lang="ru-RU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of a Level 1 Blockchain Network: Solana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7127DFC-BB06-4E11-9FF0-03BB710C7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30624" y="4044589"/>
            <a:ext cx="8915399" cy="463397"/>
          </a:xfrm>
        </p:spPr>
        <p:txBody>
          <a:bodyPr>
            <a:noAutofit/>
          </a:bodyPr>
          <a:lstStyle/>
          <a:p>
            <a:pPr algn="r">
              <a:lnSpc>
                <a:spcPct val="160000"/>
              </a:lnSpc>
              <a:spcAft>
                <a:spcPts val="800"/>
              </a:spcAft>
              <a:tabLst>
                <a:tab pos="5074920" algn="l"/>
              </a:tabLst>
            </a:pP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Student: Hanna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Ivanova </a:t>
            </a:r>
          </a:p>
          <a:p>
            <a:pPr algn="r">
              <a:lnSpc>
                <a:spcPct val="160000"/>
              </a:lnSpc>
              <a:spcAft>
                <a:spcPts val="800"/>
              </a:spcAft>
              <a:tabLst>
                <a:tab pos="5074920" algn="l"/>
              </a:tabLst>
            </a:pP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Group: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23-HO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ru-RU" sz="1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>
              <a:lnSpc>
                <a:spcPct val="160000"/>
              </a:lnSpc>
              <a:spcAft>
                <a:spcPts val="800"/>
              </a:spcAft>
              <a:tabLst>
                <a:tab pos="5074920" algn="l"/>
              </a:tabLst>
            </a:pP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Lecturer: Alexandra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Pitkevich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B9796D-C762-4649-9DFC-FA6FE563F184}"/>
              </a:ext>
            </a:extLst>
          </p:cNvPr>
          <p:cNvSpPr txBox="1"/>
          <p:nvPr/>
        </p:nvSpPr>
        <p:spPr>
          <a:xfrm>
            <a:off x="3048000" y="5708464"/>
            <a:ext cx="6096000" cy="463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Vilnius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2026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5350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32721D-077C-46B1-A22C-917BA9682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information and Network selection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74A07B-85D8-4EDA-B2F7-F5A8A99CB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85365"/>
            <a:ext cx="8915400" cy="422585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Hanna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Birthday: 07.10.1998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Calculation: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= 7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10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98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D + M + Y = 7 + 10 + 98 = 115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= (S mod 16) + 1 = (115 mod 16) + 1 = 3 + 1 = 4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Network: Solana</a:t>
            </a:r>
          </a:p>
        </p:txBody>
      </p:sp>
    </p:spTree>
    <p:extLst>
      <p:ext uri="{BB962C8B-B14F-4D97-AF65-F5344CB8AC3E}">
        <p14:creationId xmlns:p14="http://schemas.microsoft.com/office/powerpoint/2010/main" val="404339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F8939B-5F18-4F9A-86DC-8991C4704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Network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D73DE5-F9C4-466B-93E0-764FF7F6E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1577"/>
            <a:ext cx="8915400" cy="42796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Solana</a:t>
            </a:r>
          </a:p>
          <a:p>
            <a:pPr marL="0" indent="0">
              <a:buNone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Mainnet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Go-Live Year: 2020</a:t>
            </a:r>
          </a:p>
        </p:txBody>
      </p:sp>
    </p:spTree>
    <p:extLst>
      <p:ext uri="{BB962C8B-B14F-4D97-AF65-F5344CB8AC3E}">
        <p14:creationId xmlns:p14="http://schemas.microsoft.com/office/powerpoint/2010/main" val="187562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56E3B7-B8AE-4272-ACAA-FAAEDFB2F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Consensus Mechanism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961006-BFF0-4AAF-A245-5B57C15EF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1576"/>
            <a:ext cx="8915400" cy="42796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Solana uses a hybrid consensus model: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Proof of History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Proof of Stake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cryptographic clock to order transactions.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Validators use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agree on the state of the blockchain.</a:t>
            </a:r>
          </a:p>
        </p:txBody>
      </p:sp>
    </p:spTree>
    <p:extLst>
      <p:ext uri="{BB962C8B-B14F-4D97-AF65-F5344CB8AC3E}">
        <p14:creationId xmlns:p14="http://schemas.microsoft.com/office/powerpoint/2010/main" val="388826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C7AF3C-5248-49D0-9998-71D3A55C2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Ledger Topology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CC5DCA-81EF-455A-BDC8-77C20D69D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95718"/>
            <a:ext cx="8915400" cy="43155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Solana uses a traditional blockchain structure: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Chain of blocks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Blocks contain ordered transactions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high throughput due to parallel processing and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 ordering</a:t>
            </a:r>
          </a:p>
          <a:p>
            <a:pPr marL="0" indent="0"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9948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884F1F-4952-4874-9164-E0CD8F1E0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Algorithm / Immutability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E8A883-16CB-403A-AE32-9B1CA6CA6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50895"/>
            <a:ext cx="8915400" cy="436032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Solana uses SHA-256 as the primary cryptographic hash function. Immutability is achieved through cryptographic hashing of blocks and by linking blocks together in a continuous chain. The validator consensus mechanism also ensures that previously confirmed transactions cannot be altered or rewritten, which helps maintain the integrity and security of the blockchain.</a:t>
            </a:r>
          </a:p>
        </p:txBody>
      </p:sp>
    </p:spTree>
    <p:extLst>
      <p:ext uri="{BB962C8B-B14F-4D97-AF65-F5344CB8AC3E}">
        <p14:creationId xmlns:p14="http://schemas.microsoft.com/office/powerpoint/2010/main" val="3657768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71C467-34A5-4EC1-97D1-8F9298ACC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Model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C7A31-C62C-4D11-84E9-B61AA9395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4" y="1568824"/>
            <a:ext cx="8760875" cy="4635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Solana is a PUBLIC blockchain network.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Anyone can: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the network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transactions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decentralized applications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dApps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375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AFED0B-BE9E-45ED-83BC-9C35D3DA0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Permission Model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B139F5-29DE-49A4-9070-8F6919B1C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77788"/>
            <a:ext cx="8915400" cy="43334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Solana is PERMISSIONLESS.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Anyone can: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Become a validator (with sufficient stake and hardware)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Participate in the network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smart contracts and applications.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711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90CACC-77A5-4B53-B9C8-85624EBE0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Trilemma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0BC225-F777-4672-B304-82999D1B4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86753"/>
            <a:ext cx="8915400" cy="43244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Trilemma: Security, Decentralization, Scalability.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Solana focuses strongly on scalability and performance.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approach: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transaction throughput (thousands TPS)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transaction costs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maintain security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Trade‑off: Requires powerful hardware for validators, which may affect decentralization.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2395322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65</TotalTime>
  <Words>338</Words>
  <Application>Microsoft Office PowerPoint</Application>
  <PresentationFormat>Широкоэкранный</PresentationFormat>
  <Paragraphs>52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Calibri</vt:lpstr>
      <vt:lpstr>Century Gothic</vt:lpstr>
      <vt:lpstr>Times New Roman</vt:lpstr>
      <vt:lpstr>Wingdings 3</vt:lpstr>
      <vt:lpstr>Легкий дым</vt:lpstr>
      <vt:lpstr>LABORATORY WORK 2 " Research of a Level 1 Blockchain Network: Solana"</vt:lpstr>
      <vt:lpstr>Student information and Network selection</vt:lpstr>
      <vt:lpstr>Blockchain Network</vt:lpstr>
      <vt:lpstr>Consensus Mechanism</vt:lpstr>
      <vt:lpstr>Ledger Topology</vt:lpstr>
      <vt:lpstr>Hash Algorithm / Immutability</vt:lpstr>
      <vt:lpstr>Join Model</vt:lpstr>
      <vt:lpstr>Permission Model</vt:lpstr>
      <vt:lpstr>Blockchain Trilemma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Anna Ivanova</dc:creator>
  <cp:lastModifiedBy>Anna Ivanova</cp:lastModifiedBy>
  <cp:revision>6</cp:revision>
  <dcterms:created xsi:type="dcterms:W3CDTF">2026-03-14T08:32:32Z</dcterms:created>
  <dcterms:modified xsi:type="dcterms:W3CDTF">2026-03-14T13:46:32Z</dcterms:modified>
</cp:coreProperties>
</file>